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</p:sldIdLst>
  <p:sldSz cx="21599525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52" d="100"/>
          <a:sy n="52" d="100"/>
        </p:scale>
        <p:origin x="63" y="1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41" y="1767462"/>
            <a:ext cx="16199644" cy="375991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5672376"/>
            <a:ext cx="16199644" cy="2607442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B82E-C503-4E54-B9F4-7F874FE65A6C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CAB-199C-466C-9CAB-94136E0C0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293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B82E-C503-4E54-B9F4-7F874FE65A6C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CAB-199C-466C-9CAB-94136E0C0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325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8" y="2692442"/>
            <a:ext cx="18629590" cy="449240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8" y="7227343"/>
            <a:ext cx="18629590" cy="2362447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B82E-C503-4E54-B9F4-7F874FE65A6C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CAB-199C-466C-9CAB-94136E0C0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6731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2874937"/>
            <a:ext cx="9179798" cy="6852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2874937"/>
            <a:ext cx="9179798" cy="6852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B82E-C503-4E54-B9F4-7F874FE65A6C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CAB-199C-466C-9CAB-94136E0C0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342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574988"/>
            <a:ext cx="18629590" cy="208745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1" y="2647443"/>
            <a:ext cx="9137611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1" y="3944914"/>
            <a:ext cx="9137611" cy="58023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0" y="2647443"/>
            <a:ext cx="9182611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0" y="3944914"/>
            <a:ext cx="9182611" cy="58023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B82E-C503-4E54-B9F4-7F874FE65A6C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CAB-199C-466C-9CAB-94136E0C0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175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B82E-C503-4E54-B9F4-7F874FE65A6C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CAB-199C-466C-9CAB-94136E0C0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026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B82E-C503-4E54-B9F4-7F874FE65A6C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CAB-199C-466C-9CAB-94136E0C0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5325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719984"/>
            <a:ext cx="6966408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1554966"/>
            <a:ext cx="10934760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3239929"/>
            <a:ext cx="6966408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B82E-C503-4E54-B9F4-7F874FE65A6C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CAB-199C-466C-9CAB-94136E0C0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199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719984"/>
            <a:ext cx="6966408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1554966"/>
            <a:ext cx="10934760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3239929"/>
            <a:ext cx="6966408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B82E-C503-4E54-B9F4-7F874FE65A6C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CAB-199C-466C-9CAB-94136E0C0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708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B82E-C503-4E54-B9F4-7F874FE65A6C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CAB-199C-466C-9CAB-94136E0C0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816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0" y="574987"/>
            <a:ext cx="4657398" cy="9152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7" y="574987"/>
            <a:ext cx="13702199" cy="9152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B82E-C503-4E54-B9F4-7F874FE65A6C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CAB-199C-466C-9CAB-94136E0C0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813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574988"/>
            <a:ext cx="18629590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2874937"/>
            <a:ext cx="18629590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10009781"/>
            <a:ext cx="4859893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BB82E-C503-4E54-B9F4-7F874FE65A6C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10009781"/>
            <a:ext cx="728984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10009781"/>
            <a:ext cx="4859893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E7CAB-199C-466C-9CAB-94136E0C0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3708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439997" rtl="0" eaLnBrk="1" latinLnBrk="1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1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7A2945B6-BB87-2A20-807C-C95B5E924B53}"/>
              </a:ext>
            </a:extLst>
          </p:cNvPr>
          <p:cNvGrpSpPr/>
          <p:nvPr/>
        </p:nvGrpSpPr>
        <p:grpSpPr>
          <a:xfrm>
            <a:off x="5468533" y="3023825"/>
            <a:ext cx="10626348" cy="4320000"/>
            <a:chOff x="764771" y="1052944"/>
            <a:chExt cx="10626348" cy="4320000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E03C45FA-99B8-13A2-A4C5-89430D8E89C1}"/>
                </a:ext>
              </a:extLst>
            </p:cNvPr>
            <p:cNvSpPr/>
            <p:nvPr/>
          </p:nvSpPr>
          <p:spPr>
            <a:xfrm>
              <a:off x="9411119" y="1400421"/>
              <a:ext cx="1980000" cy="18000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4595EF0-3261-AC50-5D2E-FABAE0E0B1D9}"/>
                </a:ext>
              </a:extLst>
            </p:cNvPr>
            <p:cNvSpPr/>
            <p:nvPr/>
          </p:nvSpPr>
          <p:spPr>
            <a:xfrm>
              <a:off x="764771" y="1052944"/>
              <a:ext cx="6480000" cy="432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0C78ECE6-0CA1-3A5B-8983-82D515868208}"/>
                </a:ext>
              </a:extLst>
            </p:cNvPr>
            <p:cNvSpPr/>
            <p:nvPr/>
          </p:nvSpPr>
          <p:spPr>
            <a:xfrm>
              <a:off x="1132944" y="1400421"/>
              <a:ext cx="3648021" cy="18000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5656CC1-B885-CECA-9699-C091A49D8AEF}"/>
                </a:ext>
              </a:extLst>
            </p:cNvPr>
            <p:cNvSpPr/>
            <p:nvPr/>
          </p:nvSpPr>
          <p:spPr>
            <a:xfrm>
              <a:off x="4894974" y="1400421"/>
              <a:ext cx="1980000" cy="37800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F380D10E-0A96-F1EA-722B-91DAC71FF2B9}"/>
                </a:ext>
              </a:extLst>
            </p:cNvPr>
            <p:cNvSpPr/>
            <p:nvPr/>
          </p:nvSpPr>
          <p:spPr>
            <a:xfrm>
              <a:off x="5164974" y="1670422"/>
              <a:ext cx="1440000" cy="12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Main</a:t>
              </a:r>
              <a:br>
                <a:rPr lang="en-US" altLang="ko-KR" dirty="0">
                  <a:solidFill>
                    <a:sysClr val="windowText" lastClr="000000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</a:br>
              <a:r>
                <a:rPr lang="en-US" altLang="ko-KR" dirty="0">
                  <a:solidFill>
                    <a:sysClr val="windowText" lastClr="000000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BE* Server</a:t>
              </a:r>
              <a:endParaRPr lang="ko-KR" altLang="en-US" dirty="0">
                <a:solidFill>
                  <a:sysClr val="windowText" lastClr="000000"/>
                </a:solidFill>
                <a:latin typeface="DengXian" panose="02010600030101010101" pitchFamily="2" charset="-122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1352DE7-6DEF-24C5-D9C9-1F927B74F283}"/>
                </a:ext>
              </a:extLst>
            </p:cNvPr>
            <p:cNvSpPr/>
            <p:nvPr/>
          </p:nvSpPr>
          <p:spPr>
            <a:xfrm>
              <a:off x="1368829" y="1670422"/>
              <a:ext cx="1440000" cy="12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Bot Server</a:t>
              </a:r>
              <a:endParaRPr lang="ko-KR" altLang="en-US" dirty="0">
                <a:solidFill>
                  <a:sysClr val="windowText" lastClr="000000"/>
                </a:solidFill>
                <a:latin typeface="DengXian" panose="02010600030101010101" pitchFamily="2" charset="-122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D78AF27-28EB-EDBB-BDD9-7BDEDA5FBD76}"/>
                </a:ext>
              </a:extLst>
            </p:cNvPr>
            <p:cNvSpPr/>
            <p:nvPr/>
          </p:nvSpPr>
          <p:spPr>
            <a:xfrm>
              <a:off x="9681119" y="1670422"/>
              <a:ext cx="1440000" cy="12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BFF Server</a:t>
              </a:r>
              <a:endParaRPr lang="ko-KR" altLang="en-US" dirty="0">
                <a:solidFill>
                  <a:sysClr val="windowText" lastClr="000000"/>
                </a:solidFill>
                <a:latin typeface="DengXian" panose="02010600030101010101" pitchFamily="2" charset="-122"/>
              </a:endParaRPr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EB73D0C1-90F7-3B0C-BBEA-58F92E3E93F1}"/>
                </a:ext>
              </a:extLst>
            </p:cNvPr>
            <p:cNvCxnSpPr>
              <a:stCxn id="3" idx="3"/>
              <a:endCxn id="5" idx="1"/>
            </p:cNvCxnSpPr>
            <p:nvPr/>
          </p:nvCxnSpPr>
          <p:spPr>
            <a:xfrm>
              <a:off x="6604974" y="2300422"/>
              <a:ext cx="307614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713B124D-B524-07D5-5E8D-AB1362574053}"/>
                </a:ext>
              </a:extLst>
            </p:cNvPr>
            <p:cNvCxnSpPr>
              <a:stCxn id="4" idx="3"/>
              <a:endCxn id="3" idx="1"/>
            </p:cNvCxnSpPr>
            <p:nvPr/>
          </p:nvCxnSpPr>
          <p:spPr>
            <a:xfrm>
              <a:off x="2808829" y="2300422"/>
              <a:ext cx="235614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원통형 9">
              <a:extLst>
                <a:ext uri="{FF2B5EF4-FFF2-40B4-BE49-F238E27FC236}">
                  <a16:creationId xmlns:a16="http://schemas.microsoft.com/office/drawing/2014/main" id="{78F0731F-44E9-7768-60E2-4FD11815AC52}"/>
                </a:ext>
              </a:extLst>
            </p:cNvPr>
            <p:cNvSpPr/>
            <p:nvPr/>
          </p:nvSpPr>
          <p:spPr>
            <a:xfrm>
              <a:off x="5164974" y="3560421"/>
              <a:ext cx="1440000" cy="1260000"/>
            </a:xfrm>
            <a:prstGeom prst="ca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DB</a:t>
              </a:r>
              <a:endParaRPr lang="ko-KR" altLang="en-US" dirty="0">
                <a:solidFill>
                  <a:sysClr val="windowText" lastClr="000000"/>
                </a:solidFill>
                <a:latin typeface="DengXian" panose="02010600030101010101" pitchFamily="2" charset="-122"/>
              </a:endParaRP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E8DE0A0D-C59E-AEFE-BB41-0A97AAC5CD81}"/>
                </a:ext>
              </a:extLst>
            </p:cNvPr>
            <p:cNvCxnSpPr>
              <a:stCxn id="3" idx="2"/>
              <a:endCxn id="10" idx="1"/>
            </p:cNvCxnSpPr>
            <p:nvPr/>
          </p:nvCxnSpPr>
          <p:spPr>
            <a:xfrm>
              <a:off x="5884974" y="2930422"/>
              <a:ext cx="0" cy="629999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865EE4F-E217-8D60-114C-891BBBCDC0F5}"/>
                </a:ext>
              </a:extLst>
            </p:cNvPr>
            <p:cNvSpPr/>
            <p:nvPr/>
          </p:nvSpPr>
          <p:spPr>
            <a:xfrm>
              <a:off x="3374771" y="2084421"/>
              <a:ext cx="1260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ysClr val="windowText" lastClr="000000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RabbitMQ</a:t>
              </a:r>
              <a:endParaRPr lang="ko-KR" altLang="en-US" sz="1600" dirty="0">
                <a:solidFill>
                  <a:sysClr val="windowText" lastClr="000000"/>
                </a:solidFill>
                <a:latin typeface="DengXian" panose="02010600030101010101" pitchFamily="2" charset="-122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F463833-0D55-AC43-0C4B-4A92F200020D}"/>
                </a:ext>
              </a:extLst>
            </p:cNvPr>
            <p:cNvSpPr txBox="1"/>
            <p:nvPr/>
          </p:nvSpPr>
          <p:spPr>
            <a:xfrm>
              <a:off x="764771" y="4373613"/>
              <a:ext cx="180000" cy="563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DengXian" panose="02010600030101010101" pitchFamily="2" charset="-122"/>
                </a:rPr>
                <a:t> </a:t>
              </a:r>
              <a:endParaRPr lang="ko-KR" altLang="en-US" dirty="0">
                <a:latin typeface="DengXian" panose="02010600030101010101" pitchFamily="2" charset="-122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5AADDA9-2000-8127-FDE9-46D83996F93B}"/>
              </a:ext>
            </a:extLst>
          </p:cNvPr>
          <p:cNvSpPr txBox="1"/>
          <p:nvPr/>
        </p:nvSpPr>
        <p:spPr>
          <a:xfrm>
            <a:off x="5468533" y="8011088"/>
            <a:ext cx="7498080" cy="1034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DengXian" panose="02010600030101010101" pitchFamily="2" charset="-122"/>
                <a:ea typeface="DengXian" panose="02010600030101010101" pitchFamily="2" charset="-122"/>
              </a:rPr>
              <a:t>* Technically, this is not Backend Server. This works like internal server</a:t>
            </a:r>
            <a:endParaRPr lang="ko-KR" altLang="en-US" dirty="0">
              <a:latin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3765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1A9D2-E2B1-7C72-4174-BC57F1436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AC5F1EA3-0734-B1BC-7D12-F8425FCC67D2}"/>
              </a:ext>
            </a:extLst>
          </p:cNvPr>
          <p:cNvSpPr/>
          <p:nvPr/>
        </p:nvSpPr>
        <p:spPr>
          <a:xfrm>
            <a:off x="12458393" y="4358274"/>
            <a:ext cx="1980000" cy="18000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549086B-CA06-F6DE-48FD-F91992FFCE3F}"/>
              </a:ext>
            </a:extLst>
          </p:cNvPr>
          <p:cNvSpPr/>
          <p:nvPr/>
        </p:nvSpPr>
        <p:spPr>
          <a:xfrm>
            <a:off x="5258393" y="4358274"/>
            <a:ext cx="3780000" cy="37800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B11D4FF-E3F1-EE32-BC5D-2D5D1BC5E728}"/>
              </a:ext>
            </a:extLst>
          </p:cNvPr>
          <p:cNvSpPr/>
          <p:nvPr/>
        </p:nvSpPr>
        <p:spPr>
          <a:xfrm>
            <a:off x="9758393" y="4358274"/>
            <a:ext cx="1980000" cy="37800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B49526-62BA-B0DF-88FF-B99D697D1B3C}"/>
              </a:ext>
            </a:extLst>
          </p:cNvPr>
          <p:cNvSpPr/>
          <p:nvPr/>
        </p:nvSpPr>
        <p:spPr>
          <a:xfrm>
            <a:off x="10028393" y="4628275"/>
            <a:ext cx="1440000" cy="126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  <a:t>Main</a:t>
            </a:r>
            <a:br>
              <a:rPr lang="en-US" altLang="ko-KR" dirty="0">
                <a:solidFill>
                  <a:sysClr val="windowText" lastClr="000000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</a:br>
            <a:r>
              <a:rPr lang="en-US" altLang="ko-KR" dirty="0">
                <a:solidFill>
                  <a:sysClr val="windowText" lastClr="000000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  <a:t>BE* Server</a:t>
            </a:r>
            <a:endParaRPr lang="ko-KR" altLang="en-US" dirty="0">
              <a:solidFill>
                <a:sysClr val="windowText" lastClr="000000"/>
              </a:solidFill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042203-B508-6ED1-787F-48FF779E6F7A}"/>
              </a:ext>
            </a:extLst>
          </p:cNvPr>
          <p:cNvSpPr/>
          <p:nvPr/>
        </p:nvSpPr>
        <p:spPr>
          <a:xfrm>
            <a:off x="5528392" y="4628275"/>
            <a:ext cx="1440000" cy="126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  <a:t>Bot Server</a:t>
            </a:r>
            <a:endParaRPr lang="ko-KR" altLang="en-US" dirty="0">
              <a:solidFill>
                <a:sysClr val="windowText" lastClr="000000"/>
              </a:solidFill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124179C-8F49-F57E-6F74-CE4B469B4950}"/>
              </a:ext>
            </a:extLst>
          </p:cNvPr>
          <p:cNvSpPr/>
          <p:nvPr/>
        </p:nvSpPr>
        <p:spPr>
          <a:xfrm>
            <a:off x="12728393" y="4628275"/>
            <a:ext cx="1440000" cy="126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  <a:t>BFF Server</a:t>
            </a:r>
            <a:endParaRPr lang="ko-KR" altLang="en-US" dirty="0">
              <a:solidFill>
                <a:sysClr val="windowText" lastClr="000000"/>
              </a:solidFill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5B535E01-17B3-4A91-8AFF-80EF2D28F97E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11468393" y="5258275"/>
            <a:ext cx="126000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E4364E9-ECE1-8E57-4ECA-E1FC136F2E0B}"/>
              </a:ext>
            </a:extLst>
          </p:cNvPr>
          <p:cNvCxnSpPr>
            <a:cxnSpLocks/>
            <a:stCxn id="4" idx="3"/>
            <a:endCxn id="3" idx="1"/>
          </p:cNvCxnSpPr>
          <p:nvPr/>
        </p:nvCxnSpPr>
        <p:spPr>
          <a:xfrm>
            <a:off x="6968392" y="5258275"/>
            <a:ext cx="3060001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원통형 9">
            <a:extLst>
              <a:ext uri="{FF2B5EF4-FFF2-40B4-BE49-F238E27FC236}">
                <a16:creationId xmlns:a16="http://schemas.microsoft.com/office/drawing/2014/main" id="{1785C959-C15C-CB67-B1E3-44579E6BEF88}"/>
              </a:ext>
            </a:extLst>
          </p:cNvPr>
          <p:cNvSpPr/>
          <p:nvPr/>
        </p:nvSpPr>
        <p:spPr>
          <a:xfrm>
            <a:off x="10028393" y="6587668"/>
            <a:ext cx="1440000" cy="1260000"/>
          </a:xfrm>
          <a:prstGeom prst="ca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  <a:t>SQLite DB</a:t>
            </a:r>
            <a:endParaRPr lang="ko-KR" altLang="en-US" dirty="0">
              <a:solidFill>
                <a:sysClr val="windowText" lastClr="000000"/>
              </a:solidFill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B8F24DF-1AC7-7E41-ADEF-A62818A856CB}"/>
              </a:ext>
            </a:extLst>
          </p:cNvPr>
          <p:cNvCxnSpPr>
            <a:stCxn id="3" idx="2"/>
            <a:endCxn id="10" idx="1"/>
          </p:cNvCxnSpPr>
          <p:nvPr/>
        </p:nvCxnSpPr>
        <p:spPr>
          <a:xfrm>
            <a:off x="10748393" y="5888275"/>
            <a:ext cx="0" cy="699393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54D72AF-1443-D641-4896-8898ECCA8DA9}"/>
              </a:ext>
            </a:extLst>
          </p:cNvPr>
          <p:cNvSpPr/>
          <p:nvPr/>
        </p:nvSpPr>
        <p:spPr>
          <a:xfrm>
            <a:off x="7416295" y="5042274"/>
            <a:ext cx="1260000" cy="43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  <a:t>RabbitMQ</a:t>
            </a:r>
            <a:endParaRPr lang="ko-KR" altLang="en-US" sz="1600" dirty="0">
              <a:solidFill>
                <a:sysClr val="windowText" lastClr="000000"/>
              </a:solidFill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7ABADC-D7AA-3C33-1B3C-A63A00576D26}"/>
              </a:ext>
            </a:extLst>
          </p:cNvPr>
          <p:cNvSpPr txBox="1"/>
          <p:nvPr/>
        </p:nvSpPr>
        <p:spPr>
          <a:xfrm>
            <a:off x="5468533" y="9453934"/>
            <a:ext cx="7498080" cy="1034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  <a:t>* Technically, this is not Backend Server. This works like internal server</a:t>
            </a:r>
            <a:endParaRPr lang="ko-KR" altLang="en-US" dirty="0"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FDF82326-5EB4-C584-101D-51235D09972F}"/>
              </a:ext>
            </a:extLst>
          </p:cNvPr>
          <p:cNvCxnSpPr>
            <a:cxnSpLocks/>
            <a:stCxn id="18" idx="2"/>
            <a:endCxn id="3" idx="0"/>
          </p:cNvCxnSpPr>
          <p:nvPr/>
        </p:nvCxnSpPr>
        <p:spPr>
          <a:xfrm>
            <a:off x="10748393" y="3368274"/>
            <a:ext cx="0" cy="1260001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CDEE24E-9A3C-A397-A92A-D75BFF9C5AC6}"/>
              </a:ext>
            </a:extLst>
          </p:cNvPr>
          <p:cNvSpPr/>
          <p:nvPr/>
        </p:nvSpPr>
        <p:spPr>
          <a:xfrm>
            <a:off x="9758393" y="1835745"/>
            <a:ext cx="1980000" cy="18000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443BD26-EDAE-6E7A-4B07-9E0111CF37B2}"/>
              </a:ext>
            </a:extLst>
          </p:cNvPr>
          <p:cNvSpPr/>
          <p:nvPr/>
        </p:nvSpPr>
        <p:spPr>
          <a:xfrm>
            <a:off x="10028393" y="2108274"/>
            <a:ext cx="1440000" cy="126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  <a:t>User </a:t>
            </a:r>
            <a:r>
              <a:rPr lang="en-US" altLang="ko-KR" dirty="0" err="1">
                <a:solidFill>
                  <a:sysClr val="windowText" lastClr="000000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  <a:t>Mng</a:t>
            </a:r>
            <a:r>
              <a:rPr lang="en-US" altLang="ko-KR" dirty="0">
                <a:solidFill>
                  <a:sysClr val="windowText" lastClr="000000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  <a:t> Application</a:t>
            </a:r>
            <a:endParaRPr lang="ko-KR" altLang="en-US" dirty="0">
              <a:solidFill>
                <a:sysClr val="windowText" lastClr="000000"/>
              </a:solidFill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B664CA24-B1BA-2C7F-A99A-0889544ACB99}"/>
              </a:ext>
            </a:extLst>
          </p:cNvPr>
          <p:cNvCxnSpPr>
            <a:cxnSpLocks/>
            <a:stCxn id="60" idx="2"/>
            <a:endCxn id="4" idx="0"/>
          </p:cNvCxnSpPr>
          <p:nvPr/>
        </p:nvCxnSpPr>
        <p:spPr>
          <a:xfrm>
            <a:off x="6248392" y="3368274"/>
            <a:ext cx="0" cy="1260001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A49ADB3-C5C8-E757-F9A8-F8576F9192D0}"/>
              </a:ext>
            </a:extLst>
          </p:cNvPr>
          <p:cNvSpPr/>
          <p:nvPr/>
        </p:nvSpPr>
        <p:spPr>
          <a:xfrm>
            <a:off x="14168393" y="9563126"/>
            <a:ext cx="270000" cy="27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CC8A94A-E1B1-EAC1-FBBA-6A9E07F0CEE9}"/>
              </a:ext>
            </a:extLst>
          </p:cNvPr>
          <p:cNvSpPr/>
          <p:nvPr/>
        </p:nvSpPr>
        <p:spPr>
          <a:xfrm>
            <a:off x="5258392" y="1835745"/>
            <a:ext cx="1980000" cy="18000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1B25C5D-ED7D-0217-C54A-327F29DFDF93}"/>
              </a:ext>
            </a:extLst>
          </p:cNvPr>
          <p:cNvSpPr/>
          <p:nvPr/>
        </p:nvSpPr>
        <p:spPr>
          <a:xfrm>
            <a:off x="5528392" y="2108274"/>
            <a:ext cx="1440000" cy="126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  <a:t>Kakao Bot</a:t>
            </a: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  <a:t>Application</a:t>
            </a:r>
            <a:endParaRPr lang="ko-KR" altLang="en-US" dirty="0">
              <a:solidFill>
                <a:sysClr val="windowText" lastClr="000000"/>
              </a:solidFill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7A5E9DF4-EA78-0AF1-0A45-A7636B01463C}"/>
              </a:ext>
            </a:extLst>
          </p:cNvPr>
          <p:cNvSpPr/>
          <p:nvPr/>
        </p:nvSpPr>
        <p:spPr>
          <a:xfrm>
            <a:off x="5528392" y="6587668"/>
            <a:ext cx="1440000" cy="1260000"/>
          </a:xfrm>
          <a:prstGeom prst="roundRect">
            <a:avLst>
              <a:gd name="adj" fmla="val 2825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  <a:t>Redis</a:t>
            </a:r>
            <a:endParaRPr lang="ko-KR" altLang="en-US" dirty="0">
              <a:solidFill>
                <a:sysClr val="windowText" lastClr="000000"/>
              </a:solidFill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19722804-4A7E-8180-CE99-361C62B0E226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6248392" y="5888275"/>
            <a:ext cx="0" cy="699393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BE778AA4-DD65-C050-D9A8-23E17B61C200}"/>
              </a:ext>
            </a:extLst>
          </p:cNvPr>
          <p:cNvSpPr/>
          <p:nvPr/>
        </p:nvSpPr>
        <p:spPr>
          <a:xfrm>
            <a:off x="4988392" y="4088274"/>
            <a:ext cx="7020001" cy="43200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1276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1CE93-191C-6480-D76C-FFF551273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5958FCCA-77C7-EE83-A6C8-A4A3633547A9}"/>
              </a:ext>
            </a:extLst>
          </p:cNvPr>
          <p:cNvSpPr/>
          <p:nvPr/>
        </p:nvSpPr>
        <p:spPr>
          <a:xfrm>
            <a:off x="12458393" y="4358274"/>
            <a:ext cx="1980000" cy="18000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D52B030-E424-0208-7649-0E6EFF1654B5}"/>
              </a:ext>
            </a:extLst>
          </p:cNvPr>
          <p:cNvSpPr/>
          <p:nvPr/>
        </p:nvSpPr>
        <p:spPr>
          <a:xfrm>
            <a:off x="5258393" y="4358274"/>
            <a:ext cx="3780000" cy="37800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FEC6-E2DC-CC34-4E99-0308FECFA90B}"/>
              </a:ext>
            </a:extLst>
          </p:cNvPr>
          <p:cNvSpPr/>
          <p:nvPr/>
        </p:nvSpPr>
        <p:spPr>
          <a:xfrm>
            <a:off x="9758393" y="4358274"/>
            <a:ext cx="1980000" cy="37800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EF777C9-2F26-7937-1BF9-46554D446A73}"/>
              </a:ext>
            </a:extLst>
          </p:cNvPr>
          <p:cNvSpPr/>
          <p:nvPr/>
        </p:nvSpPr>
        <p:spPr>
          <a:xfrm>
            <a:off x="10028393" y="4628275"/>
            <a:ext cx="1440000" cy="126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  <a:t>Main</a:t>
            </a:r>
            <a:br>
              <a:rPr lang="en-US" altLang="ko-KR" dirty="0">
                <a:solidFill>
                  <a:sysClr val="windowText" lastClr="000000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</a:br>
            <a:r>
              <a:rPr lang="en-US" altLang="ko-KR" dirty="0">
                <a:solidFill>
                  <a:sysClr val="windowText" lastClr="000000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  <a:t>BE* Server</a:t>
            </a:r>
            <a:endParaRPr lang="ko-KR" altLang="en-US" dirty="0">
              <a:solidFill>
                <a:sysClr val="windowText" lastClr="000000"/>
              </a:solidFill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6FE26F-56D6-A539-CA72-9D09261A7F25}"/>
              </a:ext>
            </a:extLst>
          </p:cNvPr>
          <p:cNvSpPr/>
          <p:nvPr/>
        </p:nvSpPr>
        <p:spPr>
          <a:xfrm>
            <a:off x="5528392" y="4628275"/>
            <a:ext cx="1440000" cy="126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  <a:t>Bot Server</a:t>
            </a:r>
            <a:endParaRPr lang="ko-KR" altLang="en-US" dirty="0">
              <a:solidFill>
                <a:sysClr val="windowText" lastClr="000000"/>
              </a:solidFill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AEA5B8-2D09-DB10-E15B-57755A8D9AF0}"/>
              </a:ext>
            </a:extLst>
          </p:cNvPr>
          <p:cNvSpPr/>
          <p:nvPr/>
        </p:nvSpPr>
        <p:spPr>
          <a:xfrm>
            <a:off x="12728393" y="4628275"/>
            <a:ext cx="1440000" cy="126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  <a:t>BFF Server</a:t>
            </a:r>
            <a:endParaRPr lang="ko-KR" altLang="en-US" dirty="0">
              <a:solidFill>
                <a:sysClr val="windowText" lastClr="000000"/>
              </a:solidFill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584FF86-E483-95C5-C7AB-65A16EDC3AAE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11468393" y="5258275"/>
            <a:ext cx="126000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C7B9F4D-85C0-FD8E-B17F-67AE51DACA31}"/>
              </a:ext>
            </a:extLst>
          </p:cNvPr>
          <p:cNvCxnSpPr>
            <a:cxnSpLocks/>
            <a:stCxn id="4" idx="3"/>
            <a:endCxn id="3" idx="1"/>
          </p:cNvCxnSpPr>
          <p:nvPr/>
        </p:nvCxnSpPr>
        <p:spPr>
          <a:xfrm>
            <a:off x="6968392" y="5258275"/>
            <a:ext cx="3060001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원통형 9">
            <a:extLst>
              <a:ext uri="{FF2B5EF4-FFF2-40B4-BE49-F238E27FC236}">
                <a16:creationId xmlns:a16="http://schemas.microsoft.com/office/drawing/2014/main" id="{46790BA5-8D2B-D2D4-7CB5-BB5CEE0C9DA7}"/>
              </a:ext>
            </a:extLst>
          </p:cNvPr>
          <p:cNvSpPr/>
          <p:nvPr/>
        </p:nvSpPr>
        <p:spPr>
          <a:xfrm>
            <a:off x="10028393" y="6587668"/>
            <a:ext cx="1440000" cy="1260000"/>
          </a:xfrm>
          <a:prstGeom prst="ca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  <a:t>SQLite DB</a:t>
            </a:r>
            <a:endParaRPr lang="ko-KR" altLang="en-US" dirty="0">
              <a:solidFill>
                <a:sysClr val="windowText" lastClr="000000"/>
              </a:solidFill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9381A67-9AD8-EADB-2E42-AD8E99619BD6}"/>
              </a:ext>
            </a:extLst>
          </p:cNvPr>
          <p:cNvCxnSpPr>
            <a:stCxn id="3" idx="2"/>
            <a:endCxn id="10" idx="1"/>
          </p:cNvCxnSpPr>
          <p:nvPr/>
        </p:nvCxnSpPr>
        <p:spPr>
          <a:xfrm>
            <a:off x="10748393" y="5888275"/>
            <a:ext cx="0" cy="699393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4BBA8A-4F1F-11F9-3241-9E73C1D02331}"/>
              </a:ext>
            </a:extLst>
          </p:cNvPr>
          <p:cNvSpPr/>
          <p:nvPr/>
        </p:nvSpPr>
        <p:spPr>
          <a:xfrm>
            <a:off x="7416295" y="5042274"/>
            <a:ext cx="1260000" cy="43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  <a:t>RabbitMQ</a:t>
            </a:r>
            <a:endParaRPr lang="ko-KR" altLang="en-US" sz="1600" dirty="0">
              <a:solidFill>
                <a:sysClr val="windowText" lastClr="000000"/>
              </a:solidFill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B1D832-E731-1183-49C5-794B0C8CF76A}"/>
              </a:ext>
            </a:extLst>
          </p:cNvPr>
          <p:cNvSpPr txBox="1"/>
          <p:nvPr/>
        </p:nvSpPr>
        <p:spPr>
          <a:xfrm>
            <a:off x="5468533" y="9453934"/>
            <a:ext cx="7498080" cy="1034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  <a:t>* Technically, this is not Backend Server. This works like internal server</a:t>
            </a:r>
            <a:endParaRPr lang="ko-KR" altLang="en-US" dirty="0"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315B280-1BBD-96FE-458C-2EB39F514D36}"/>
              </a:ext>
            </a:extLst>
          </p:cNvPr>
          <p:cNvCxnSpPr>
            <a:cxnSpLocks/>
            <a:stCxn id="18" idx="2"/>
            <a:endCxn id="3" idx="0"/>
          </p:cNvCxnSpPr>
          <p:nvPr/>
        </p:nvCxnSpPr>
        <p:spPr>
          <a:xfrm>
            <a:off x="10748393" y="3368274"/>
            <a:ext cx="0" cy="1260001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9365A0F-E3CF-53B1-362B-448B6D7732EF}"/>
              </a:ext>
            </a:extLst>
          </p:cNvPr>
          <p:cNvSpPr/>
          <p:nvPr/>
        </p:nvSpPr>
        <p:spPr>
          <a:xfrm>
            <a:off x="10028393" y="2108274"/>
            <a:ext cx="1440000" cy="126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  <a:t>Admin Application</a:t>
            </a:r>
            <a:endParaRPr lang="ko-KR" altLang="en-US" dirty="0">
              <a:solidFill>
                <a:sysClr val="windowText" lastClr="000000"/>
              </a:solidFill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5CF953C6-8383-E5EB-9F87-7914749B81C7}"/>
              </a:ext>
            </a:extLst>
          </p:cNvPr>
          <p:cNvCxnSpPr>
            <a:cxnSpLocks/>
            <a:stCxn id="60" idx="2"/>
            <a:endCxn id="4" idx="0"/>
          </p:cNvCxnSpPr>
          <p:nvPr/>
        </p:nvCxnSpPr>
        <p:spPr>
          <a:xfrm>
            <a:off x="6248392" y="3368274"/>
            <a:ext cx="0" cy="1260001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502FC3E-B1FF-DEB2-A6F7-922486188BE4}"/>
              </a:ext>
            </a:extLst>
          </p:cNvPr>
          <p:cNvSpPr/>
          <p:nvPr/>
        </p:nvSpPr>
        <p:spPr>
          <a:xfrm>
            <a:off x="14168393" y="9563126"/>
            <a:ext cx="270000" cy="27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AE1B3FF-BC3E-1F7B-207D-78C84EF42B4D}"/>
              </a:ext>
            </a:extLst>
          </p:cNvPr>
          <p:cNvSpPr/>
          <p:nvPr/>
        </p:nvSpPr>
        <p:spPr>
          <a:xfrm>
            <a:off x="5258391" y="1835745"/>
            <a:ext cx="6480001" cy="18000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120F3C0-5596-7554-A103-0EF04F0AF238}"/>
              </a:ext>
            </a:extLst>
          </p:cNvPr>
          <p:cNvSpPr/>
          <p:nvPr/>
        </p:nvSpPr>
        <p:spPr>
          <a:xfrm>
            <a:off x="5528392" y="2108274"/>
            <a:ext cx="1440000" cy="126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  <a:t>Kakao</a:t>
            </a: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  <a:t>Application</a:t>
            </a:r>
            <a:endParaRPr lang="ko-KR" altLang="en-US" dirty="0">
              <a:solidFill>
                <a:sysClr val="windowText" lastClr="000000"/>
              </a:solidFill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65AF83E3-CE75-2B4F-CF86-3F60C533FBB3}"/>
              </a:ext>
            </a:extLst>
          </p:cNvPr>
          <p:cNvSpPr/>
          <p:nvPr/>
        </p:nvSpPr>
        <p:spPr>
          <a:xfrm>
            <a:off x="5528392" y="6587668"/>
            <a:ext cx="1440000" cy="1260000"/>
          </a:xfrm>
          <a:prstGeom prst="roundRect">
            <a:avLst>
              <a:gd name="adj" fmla="val 2825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  <a:t>Redis</a:t>
            </a:r>
            <a:endParaRPr lang="ko-KR" altLang="en-US" dirty="0">
              <a:solidFill>
                <a:sysClr val="windowText" lastClr="000000"/>
              </a:solidFill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8A55E7AD-4F0D-1A49-8E53-7E8506A939CA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6248392" y="5888275"/>
            <a:ext cx="0" cy="699393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3C1DAB0-E617-1472-F0C7-9DE63CF94132}"/>
              </a:ext>
            </a:extLst>
          </p:cNvPr>
          <p:cNvSpPr/>
          <p:nvPr/>
        </p:nvSpPr>
        <p:spPr>
          <a:xfrm>
            <a:off x="4988392" y="4088274"/>
            <a:ext cx="7020001" cy="43200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A1CF6F5-7D1E-29E8-9E40-C6A7E71032A0}"/>
              </a:ext>
            </a:extLst>
          </p:cNvPr>
          <p:cNvSpPr/>
          <p:nvPr/>
        </p:nvSpPr>
        <p:spPr>
          <a:xfrm>
            <a:off x="5528396" y="2108274"/>
            <a:ext cx="5939997" cy="126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rPr>
              <a:t>Admin – Bot Application</a:t>
            </a:r>
            <a:endParaRPr lang="ko-KR" altLang="en-US" dirty="0">
              <a:solidFill>
                <a:sysClr val="windowText" lastClr="000000"/>
              </a:solidFill>
              <a:latin typeface="KoPub돋움체_Pro Light" panose="00000300000000000000" pitchFamily="50" charset="-127"/>
              <a:ea typeface="KoPub돋움체_Pro Light" panose="000003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9444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763</TotalTime>
  <Words>94</Words>
  <Application>Microsoft Office PowerPoint</Application>
  <PresentationFormat>사용자 지정</PresentationFormat>
  <Paragraphs>28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DengXian</vt:lpstr>
      <vt:lpstr>KoPub돋움체_Pro Light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명석 강</dc:creator>
  <cp:lastModifiedBy>명석 강</cp:lastModifiedBy>
  <cp:revision>41</cp:revision>
  <dcterms:created xsi:type="dcterms:W3CDTF">2025-06-28T13:06:08Z</dcterms:created>
  <dcterms:modified xsi:type="dcterms:W3CDTF">2025-09-01T13:08:28Z</dcterms:modified>
</cp:coreProperties>
</file>