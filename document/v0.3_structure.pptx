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1050" y="4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5B3B9-55AC-486A-BF33-48ED71FA835A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2625FB-3425-420C-A9F5-1EC35B50E8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172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2625FB-3425-420C-A9F5-1EC35B50E83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463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41627A-DC70-0F6F-8F6E-ACFBF8DD4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0F7A41-2FE9-0287-217D-7EA1402DD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D3C20-0246-D412-9D6B-A7FC0204C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9402-F974-4970-8BDD-D701CA5AE6A6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4CF557-D80E-4049-0600-5270532BF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0FE9EB-E25E-F0F4-0935-77DE3C4D4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3EC4-02A8-4D7D-A9F0-6D802DA79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996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05AC1-6B21-133E-3930-2E4488469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2500F7-BC13-46CE-71E0-DA7D6EB6A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A7D179-E0B6-3126-AE70-3FD28B0A9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9402-F974-4970-8BDD-D701CA5AE6A6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B31478-D88E-D928-26F9-825839789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819184-2E30-D6F4-8DFB-9D4207962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3EC4-02A8-4D7D-A9F0-6D802DA79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608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9038D5-325F-3BBA-7A8B-41983C295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675034-540D-F702-E56C-29BADAAA6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0BE699-FE68-F07A-1CD6-67677F3A8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9402-F974-4970-8BDD-D701CA5AE6A6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544E21-F51F-6733-B541-7D999D24A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192711-70A5-CF18-AC40-82BFC86E4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3EC4-02A8-4D7D-A9F0-6D802DA79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334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5C4243-6814-C505-B0E0-1F3B349D3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B7EE3F-E8C4-3B6D-47EC-5D7CB929E8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D1512A-E2C0-999C-5104-A2077A2B6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A3753C-7F29-AD1D-6E64-B2AF78DF6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9402-F974-4970-8BDD-D701CA5AE6A6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162CFC-5CE3-ACC4-CCF5-16B236A2C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A1CA1C-D1C7-1381-59BA-76A2B1D7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3EC4-02A8-4D7D-A9F0-6D802DA79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523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B4B551-3AEA-FB58-5D14-6B0B11478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404890-3698-361F-02C8-808AED7BF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700838-F6B2-0787-07B1-5AE40C1DF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0639D7-C217-ADA0-50ED-598039D9AA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EAE4FB6-7DF3-E436-894A-3A4E01910D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98BEE14-931F-DE91-80C2-70456B928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9402-F974-4970-8BDD-D701CA5AE6A6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A0839D-32BF-A1ED-645B-58AB2B271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46D936-4FFF-A137-276C-4F6AF2D3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3EC4-02A8-4D7D-A9F0-6D802DA79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68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C33E73-D319-6CC3-2B58-EA1DC568C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6913D1-0D6A-D297-9862-74708008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9402-F974-4970-8BDD-D701CA5AE6A6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907EBBE-DCD8-F18F-F8F1-9E47CBB67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DD2E76-6262-2D51-B268-EC7C0E16E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3EC4-02A8-4D7D-A9F0-6D802DA79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539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9F24CC-B5F4-F96C-05ED-A05D93B5F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9402-F974-4970-8BDD-D701CA5AE6A6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58299A-A4C2-5739-A464-067FDF2C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2351AD-1B60-3037-3064-5670BEBE3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3EC4-02A8-4D7D-A9F0-6D802DA79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522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AEE96-EC3F-FC39-FE2D-72FCE3F8E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AB394B-D688-2944-71E6-029E9C21F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6EFC0E-247F-1ECB-9451-67087D417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CE1C5C-2196-BFA6-2BA7-68A95121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9402-F974-4970-8BDD-D701CA5AE6A6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509990-9F8C-BB28-60A5-908C9FEBF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C04C50-693C-AE70-AC33-311C3F60A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3EC4-02A8-4D7D-A9F0-6D802DA79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98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3CA5B3-BDC6-0E3F-E62E-66921654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56234C-22E5-CC45-DF44-B7DAA47B3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46A839-D007-1AC7-338B-D8A3980B6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494DC8-DC84-86BD-E240-A03BF5A1A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9402-F974-4970-8BDD-D701CA5AE6A6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4F752E-BD39-2BD0-169D-91D291EC4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4F2137-56F5-9FA7-0868-87B1DDB4B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3EC4-02A8-4D7D-A9F0-6D802DA79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616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C12EED-355A-DA96-407B-3BB9B681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CF66143-6E73-5BA9-1078-34694D529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C71E1D-FE7A-8904-EA35-E85A8B5CF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9402-F974-4970-8BDD-D701CA5AE6A6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E9AF47-10BB-2E69-7B1D-4668456FA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8C5305-026C-1CA2-335F-9D0501D0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3EC4-02A8-4D7D-A9F0-6D802DA79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68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7B679D5-E397-1680-06FC-A306F8ED80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27360B-B0FD-7B22-920B-841585F04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9550D-6107-8F71-5A52-AA67A99D1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9402-F974-4970-8BDD-D701CA5AE6A6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B0EAA6-EF38-5588-D8E4-32CB02F72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A6ECD9-60F4-41D3-5A18-67D3E343F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3EC4-02A8-4D7D-A9F0-6D802DA79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876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349C83C-1067-8A1F-9952-0980AA99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1EAE86-CF35-7507-688E-A5C6E6B79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F3B93B-5B18-959E-ECD7-02335FAADC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99402-F974-4970-8BDD-D701CA5AE6A6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0191F0-19D0-5F8E-D4C7-33AD471C48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48DF8F-48AD-8DFC-E511-BD362D449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33EC4-02A8-4D7D-A9F0-6D802DA79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75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D9E39D38-E562-1BFE-C072-3F63300B726B}"/>
              </a:ext>
            </a:extLst>
          </p:cNvPr>
          <p:cNvSpPr/>
          <p:nvPr/>
        </p:nvSpPr>
        <p:spPr>
          <a:xfrm>
            <a:off x="1708150" y="128587"/>
            <a:ext cx="8775700" cy="66008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1883BDB-54C1-D13E-1656-B0E96BAD2BEF}"/>
              </a:ext>
            </a:extLst>
          </p:cNvPr>
          <p:cNvSpPr/>
          <p:nvPr/>
        </p:nvSpPr>
        <p:spPr>
          <a:xfrm>
            <a:off x="5780998" y="2928728"/>
            <a:ext cx="630001" cy="630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6CE650A-43B8-87C2-F6AC-0E1E17AA23A8}"/>
              </a:ext>
            </a:extLst>
          </p:cNvPr>
          <p:cNvCxnSpPr>
            <a:stCxn id="30" idx="0"/>
            <a:endCxn id="31" idx="0"/>
          </p:cNvCxnSpPr>
          <p:nvPr/>
        </p:nvCxnSpPr>
        <p:spPr>
          <a:xfrm flipH="1">
            <a:off x="3576001" y="2928728"/>
            <a:ext cx="2519998" cy="25200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B722E10-ACE0-9405-2350-47012BF3ACE6}"/>
              </a:ext>
            </a:extLst>
          </p:cNvPr>
          <p:cNvCxnSpPr>
            <a:cxnSpLocks/>
            <a:stCxn id="45" idx="0"/>
            <a:endCxn id="30" idx="0"/>
          </p:cNvCxnSpPr>
          <p:nvPr/>
        </p:nvCxnSpPr>
        <p:spPr>
          <a:xfrm flipH="1" flipV="1">
            <a:off x="6095999" y="2928728"/>
            <a:ext cx="2520001" cy="2520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9E6E136-5721-BCD4-E485-77F02AEF598A}"/>
              </a:ext>
            </a:extLst>
          </p:cNvPr>
          <p:cNvSpPr/>
          <p:nvPr/>
        </p:nvSpPr>
        <p:spPr>
          <a:xfrm>
            <a:off x="8301000" y="5448728"/>
            <a:ext cx="630000" cy="63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34C8E9C-3724-B3BF-E84C-A2BD7F6E1FA9}"/>
              </a:ext>
            </a:extLst>
          </p:cNvPr>
          <p:cNvSpPr/>
          <p:nvPr/>
        </p:nvSpPr>
        <p:spPr>
          <a:xfrm>
            <a:off x="5466000" y="2298729"/>
            <a:ext cx="1260000" cy="1260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BE</a:t>
            </a:r>
            <a:endParaRPr lang="ko-KR" altLang="en-US" dirty="0">
              <a:solidFill>
                <a:sysClr val="windowText" lastClr="000000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2BCFA1F-2F6D-12F6-7291-07D117FC6781}"/>
              </a:ext>
            </a:extLst>
          </p:cNvPr>
          <p:cNvSpPr/>
          <p:nvPr/>
        </p:nvSpPr>
        <p:spPr>
          <a:xfrm>
            <a:off x="3261000" y="5448732"/>
            <a:ext cx="630001" cy="630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8531441-4924-D914-DAC3-899B805EA69A}"/>
              </a:ext>
            </a:extLst>
          </p:cNvPr>
          <p:cNvSpPr/>
          <p:nvPr/>
        </p:nvSpPr>
        <p:spPr>
          <a:xfrm>
            <a:off x="7986000" y="2298729"/>
            <a:ext cx="1260000" cy="1260000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BFF</a:t>
            </a:r>
            <a:endParaRPr lang="ko-KR" altLang="en-US" dirty="0">
              <a:solidFill>
                <a:sysClr val="windowText" lastClr="000000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A808A24-7357-6134-F32B-EFB780DDD073}"/>
              </a:ext>
            </a:extLst>
          </p:cNvPr>
          <p:cNvSpPr/>
          <p:nvPr/>
        </p:nvSpPr>
        <p:spPr>
          <a:xfrm>
            <a:off x="2946000" y="2298729"/>
            <a:ext cx="1260000" cy="1260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Bot</a:t>
            </a:r>
            <a:endParaRPr lang="ko-KR" altLang="en-US" dirty="0">
              <a:solidFill>
                <a:sysClr val="windowText" lastClr="000000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F365A60-B1CE-8F39-7394-8D43AB2925D2}"/>
              </a:ext>
            </a:extLst>
          </p:cNvPr>
          <p:cNvCxnSpPr>
            <a:stCxn id="3" idx="3"/>
            <a:endCxn id="2" idx="1"/>
          </p:cNvCxnSpPr>
          <p:nvPr/>
        </p:nvCxnSpPr>
        <p:spPr>
          <a:xfrm>
            <a:off x="6726000" y="2928729"/>
            <a:ext cx="126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F097EDD-CC6E-B27F-E1EB-868B9B4DEDB7}"/>
              </a:ext>
            </a:extLst>
          </p:cNvPr>
          <p:cNvCxnSpPr>
            <a:cxnSpLocks/>
            <a:stCxn id="45" idx="0"/>
            <a:endCxn id="2" idx="2"/>
          </p:cNvCxnSpPr>
          <p:nvPr/>
        </p:nvCxnSpPr>
        <p:spPr>
          <a:xfrm flipV="1">
            <a:off x="8616000" y="3558729"/>
            <a:ext cx="0" cy="18899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순서도: 자기 디스크 3">
            <a:extLst>
              <a:ext uri="{FF2B5EF4-FFF2-40B4-BE49-F238E27FC236}">
                <a16:creationId xmlns:a16="http://schemas.microsoft.com/office/drawing/2014/main" id="{6C538775-2B8A-7796-1C05-7328FC368689}"/>
              </a:ext>
            </a:extLst>
          </p:cNvPr>
          <p:cNvSpPr/>
          <p:nvPr/>
        </p:nvSpPr>
        <p:spPr>
          <a:xfrm>
            <a:off x="7986000" y="4818728"/>
            <a:ext cx="1260000" cy="1260000"/>
          </a:xfrm>
          <a:prstGeom prst="flowChartMagneticDisk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psql</a:t>
            </a:r>
            <a:endParaRPr lang="ko-KR" altLang="en-US" dirty="0">
              <a:solidFill>
                <a:sysClr val="windowText" lastClr="000000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93EAF6C-E9FF-BC2D-7E88-509E931E3671}"/>
              </a:ext>
            </a:extLst>
          </p:cNvPr>
          <p:cNvCxnSpPr>
            <a:cxnSpLocks/>
            <a:stCxn id="3" idx="1"/>
            <a:endCxn id="7" idx="3"/>
          </p:cNvCxnSpPr>
          <p:nvPr/>
        </p:nvCxnSpPr>
        <p:spPr>
          <a:xfrm flipH="1">
            <a:off x="4206000" y="2928729"/>
            <a:ext cx="126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FBA432D-3E28-D261-6A40-CCDE20F8249B}"/>
              </a:ext>
            </a:extLst>
          </p:cNvPr>
          <p:cNvSpPr/>
          <p:nvPr/>
        </p:nvSpPr>
        <p:spPr>
          <a:xfrm>
            <a:off x="2585999" y="1938724"/>
            <a:ext cx="720000" cy="720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Data</a:t>
            </a:r>
            <a:br>
              <a:rPr lang="en-US" altLang="ko-KR" sz="1400" dirty="0">
                <a:solidFill>
                  <a:sysClr val="windowText" lastClr="000000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</a:br>
            <a:r>
              <a:rPr lang="en-US" altLang="ko-KR" sz="1400" dirty="0">
                <a:solidFill>
                  <a:sysClr val="windowText" lastClr="000000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.</a:t>
            </a:r>
            <a:r>
              <a:rPr lang="en-US" altLang="ko-KR" sz="1400" dirty="0" err="1">
                <a:solidFill>
                  <a:sysClr val="windowText" lastClr="000000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json</a:t>
            </a:r>
            <a:endParaRPr lang="ko-KR" altLang="en-US" sz="1400" dirty="0">
              <a:solidFill>
                <a:sysClr val="windowText" lastClr="000000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B3F7976-FB30-C264-DFC1-ED073961881F}"/>
              </a:ext>
            </a:extLst>
          </p:cNvPr>
          <p:cNvSpPr/>
          <p:nvPr/>
        </p:nvSpPr>
        <p:spPr>
          <a:xfrm>
            <a:off x="4566000" y="2748729"/>
            <a:ext cx="54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MQ</a:t>
            </a:r>
            <a:endParaRPr lang="ko-KR" altLang="en-US" sz="1200" dirty="0">
              <a:solidFill>
                <a:sysClr val="windowText" lastClr="000000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D75EEC6-439D-54AB-CFC6-FD27CEEA4781}"/>
              </a:ext>
            </a:extLst>
          </p:cNvPr>
          <p:cNvSpPr/>
          <p:nvPr/>
        </p:nvSpPr>
        <p:spPr>
          <a:xfrm>
            <a:off x="2945999" y="4818728"/>
            <a:ext cx="1260000" cy="1260000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Deposit</a:t>
            </a:r>
            <a:endParaRPr lang="ko-KR" altLang="en-US" dirty="0">
              <a:solidFill>
                <a:sysClr val="windowText" lastClr="000000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A56482B-210D-919A-7AA7-E9CBE8E5315D}"/>
              </a:ext>
            </a:extLst>
          </p:cNvPr>
          <p:cNvSpPr/>
          <p:nvPr/>
        </p:nvSpPr>
        <p:spPr>
          <a:xfrm>
            <a:off x="4566000" y="4008731"/>
            <a:ext cx="54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Rest</a:t>
            </a:r>
            <a:endParaRPr lang="ko-KR" altLang="en-US" sz="1200" dirty="0">
              <a:solidFill>
                <a:sysClr val="windowText" lastClr="000000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C56D3C9-792C-EA5A-160E-681EC90C8360}"/>
              </a:ext>
            </a:extLst>
          </p:cNvPr>
          <p:cNvSpPr txBox="1"/>
          <p:nvPr/>
        </p:nvSpPr>
        <p:spPr>
          <a:xfrm>
            <a:off x="1708150" y="752396"/>
            <a:ext cx="8775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v0.3 </a:t>
            </a:r>
            <a:r>
              <a:rPr lang="ko-KR" altLang="en-US" sz="3600" dirty="0"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구조도 </a:t>
            </a:r>
            <a:r>
              <a:rPr lang="en-US" altLang="ko-KR" sz="3600" dirty="0"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(</a:t>
            </a:r>
            <a:r>
              <a:rPr lang="ko-KR" altLang="en-US" sz="3600" dirty="0" err="1"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가안</a:t>
            </a:r>
            <a:r>
              <a:rPr lang="en-US" altLang="ko-KR" sz="3600" dirty="0"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)</a:t>
            </a:r>
            <a:endParaRPr lang="ko-KR" altLang="en-US" sz="3600" dirty="0"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7192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17</Words>
  <Application>Microsoft Office PowerPoint</Application>
  <PresentationFormat>와이드스크린</PresentationFormat>
  <Paragraphs>10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KoPub돋움체_Pro Bold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명석 강</dc:creator>
  <cp:lastModifiedBy>명석 강</cp:lastModifiedBy>
  <cp:revision>2</cp:revision>
  <dcterms:created xsi:type="dcterms:W3CDTF">2026-02-22T19:03:55Z</dcterms:created>
  <dcterms:modified xsi:type="dcterms:W3CDTF">2026-02-23T13:03:49Z</dcterms:modified>
</cp:coreProperties>
</file>