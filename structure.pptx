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27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F0D3-2353-BF60-F0EA-97B647D29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E93CDA-4D36-AF64-2AB5-BDA306F7A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51AAF7-5FF3-22B5-BB91-D200E341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98DB80-F793-5C11-FBF0-1A4BEA0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725F5-81C2-0BA7-6A20-84DA41CE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1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AFC6E-DF0C-E99E-BE4C-6915EAEE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6AFAD-54F1-557B-9C38-645D5DAB7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15D8F-C261-D276-F09E-6C6AC3EC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E788C-D8AD-15B6-2F0A-FD86D643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74412-53C8-D3E5-0FC6-5FF3D98D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63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8261A-994A-7118-A05A-681BAAEE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460FE4-07D0-A181-69F9-BE41F0A09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85852-E4E7-5234-79CD-A11A093F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6C98B-0CF1-4D05-A341-FE883322B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641D5E-5401-AA9B-9EC0-2A137D4E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9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8BC2-C82C-C59D-889E-C1EE845E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B660C-EA65-FC6F-15AC-EA282188B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D37972-A3E5-A174-E031-CE439F895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833A5-B629-1B6D-B1D1-4C29E69F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5B38C-417D-A27F-B50D-72334D9E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E84750-8563-B089-5FA2-21157F8A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5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BDD40-E350-310B-C85F-65E6A049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F169F1-B280-0E2A-240B-CE6AF4286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453745-B490-E0EF-E4D6-33A6122C9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8DB9ED-728C-945C-FC49-0AC459231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7D7B09-B821-4C01-0E09-2DFE81F74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B25B46-43E7-AA44-3CB8-9B3949EEF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8DC48F-BC3B-6C46-7B81-D100A884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663113-9917-1777-5CAF-306F6CE6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0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FA351-7263-3261-3592-7C56469D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FF8196-069E-A86E-24E9-B9CB6DFA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36F197-59CB-181A-F763-29748827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7C4F8B-A0A2-C214-AABF-9C4034C4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15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C326B4-D0CA-7A66-FF0F-32A83C53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905BFF-1A9C-F400-BC99-4D835796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53D39-42FC-8D7F-A9F8-46CF8533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2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39A32-9687-F005-2D10-EC951608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32B2B-98FD-F32F-6021-9EF288803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4EE391-B646-37B4-062A-250D1429E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F89A17-EDE8-F8AB-BFEE-C2D3AAAA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21489-82A1-7C12-1AB9-3D334087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55E1D1-C681-8DC3-BB9B-C67922D4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12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C11CE-3AEF-E414-32B8-9318F062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54A22F-5CD5-9F39-8B3F-07F61D88F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D6D424-E4FE-C4AA-FF07-AFC607188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86B1F8-C35E-8BF7-4170-F40AC850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B59B18-7EA3-1820-DAD9-11091500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990CAD-876F-07B0-E57F-D859E0A7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08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9B1DD-6A07-F6F9-1AA6-61429A104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8966DA-3330-7B0E-20F4-9DEDB1633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FFC96-39D1-2E52-D567-E2A78B16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D0362E-70B2-7657-4174-30815155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41ED2-2BAB-0535-B218-E4B2F7EC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22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DD1FF6-EA39-499A-6EAD-A7429C188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E17756-E4AC-B48C-51AC-0C9ABE2E5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A076E-D706-7768-BD55-8334B0C8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314BC-3D36-5A00-DDB6-E1C63FE2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A0568-9BCA-8E99-E1E8-455A9F30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78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AF7CE3-5CC6-9D65-9452-58DA6215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4EFFE-DD03-04FD-27B1-1EB4E126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42357D-4AFD-311D-5382-69FEC7B79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BB82E-C503-4E54-B9F4-7F874FE65A6C}" type="datetimeFigureOut">
              <a:rPr lang="ko-KR" altLang="en-US" smtClean="0"/>
              <a:t>2025-07-13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16524-2FAD-AD6D-A413-D51AF766A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1551B9-E325-0592-61D3-390083F17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E7CAB-199C-466C-9CAB-94136E0C0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70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A2945B6-BB87-2A20-807C-C95B5E924B53}"/>
              </a:ext>
            </a:extLst>
          </p:cNvPr>
          <p:cNvGrpSpPr/>
          <p:nvPr/>
        </p:nvGrpSpPr>
        <p:grpSpPr>
          <a:xfrm>
            <a:off x="764771" y="1052944"/>
            <a:ext cx="10626348" cy="4320000"/>
            <a:chOff x="764771" y="1052944"/>
            <a:chExt cx="10626348" cy="432000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03C45FA-99B8-13A2-A4C5-89430D8E89C1}"/>
                </a:ext>
              </a:extLst>
            </p:cNvPr>
            <p:cNvSpPr/>
            <p:nvPr/>
          </p:nvSpPr>
          <p:spPr>
            <a:xfrm>
              <a:off x="9411119" y="1400421"/>
              <a:ext cx="1980000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4595EF0-3261-AC50-5D2E-FABAE0E0B1D9}"/>
                </a:ext>
              </a:extLst>
            </p:cNvPr>
            <p:cNvSpPr/>
            <p:nvPr/>
          </p:nvSpPr>
          <p:spPr>
            <a:xfrm>
              <a:off x="764771" y="1052944"/>
              <a:ext cx="6480000" cy="432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C78ECE6-0CA1-3A5B-8983-82D515868208}"/>
                </a:ext>
              </a:extLst>
            </p:cNvPr>
            <p:cNvSpPr/>
            <p:nvPr/>
          </p:nvSpPr>
          <p:spPr>
            <a:xfrm>
              <a:off x="1132944" y="1400421"/>
              <a:ext cx="3648021" cy="180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5656CC1-B885-CECA-9699-C091A49D8AEF}"/>
                </a:ext>
              </a:extLst>
            </p:cNvPr>
            <p:cNvSpPr/>
            <p:nvPr/>
          </p:nvSpPr>
          <p:spPr>
            <a:xfrm>
              <a:off x="4894974" y="1400421"/>
              <a:ext cx="1980000" cy="37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380D10E-0A96-F1EA-722B-91DAC71FF2B9}"/>
                </a:ext>
              </a:extLst>
            </p:cNvPr>
            <p:cNvSpPr/>
            <p:nvPr/>
          </p:nvSpPr>
          <p:spPr>
            <a:xfrm>
              <a:off x="5164974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Main</a:t>
              </a:r>
              <a:b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</a:br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BE*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1352DE7-6DEF-24C5-D9C9-1F927B74F283}"/>
                </a:ext>
              </a:extLst>
            </p:cNvPr>
            <p:cNvSpPr/>
            <p:nvPr/>
          </p:nvSpPr>
          <p:spPr>
            <a:xfrm>
              <a:off x="1368829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Bot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D78AF27-28EB-EDBB-BDD9-7BDEDA5FBD76}"/>
                </a:ext>
              </a:extLst>
            </p:cNvPr>
            <p:cNvSpPr/>
            <p:nvPr/>
          </p:nvSpPr>
          <p:spPr>
            <a:xfrm>
              <a:off x="9681119" y="1670422"/>
              <a:ext cx="144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BFF Server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EB73D0C1-90F7-3B0C-BBEA-58F92E3E93F1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6604974" y="2300422"/>
              <a:ext cx="30761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13B124D-B524-07D5-5E8D-AB1362574053}"/>
                </a:ext>
              </a:extLst>
            </p:cNvPr>
            <p:cNvCxnSpPr>
              <a:stCxn id="4" idx="3"/>
              <a:endCxn id="3" idx="1"/>
            </p:cNvCxnSpPr>
            <p:nvPr/>
          </p:nvCxnSpPr>
          <p:spPr>
            <a:xfrm>
              <a:off x="2808829" y="2300422"/>
              <a:ext cx="23561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원통형 9">
              <a:extLst>
                <a:ext uri="{FF2B5EF4-FFF2-40B4-BE49-F238E27FC236}">
                  <a16:creationId xmlns:a16="http://schemas.microsoft.com/office/drawing/2014/main" id="{78F0731F-44E9-7768-60E2-4FD11815AC52}"/>
                </a:ext>
              </a:extLst>
            </p:cNvPr>
            <p:cNvSpPr/>
            <p:nvPr/>
          </p:nvSpPr>
          <p:spPr>
            <a:xfrm>
              <a:off x="5164974" y="3560421"/>
              <a:ext cx="1440000" cy="126000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DB</a:t>
              </a:r>
              <a:endParaRPr lang="ko-KR" altLang="en-US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E8DE0A0D-C59E-AEFE-BB41-0A97AAC5CD81}"/>
                </a:ext>
              </a:extLst>
            </p:cNvPr>
            <p:cNvCxnSpPr>
              <a:stCxn id="3" idx="2"/>
              <a:endCxn id="10" idx="1"/>
            </p:cNvCxnSpPr>
            <p:nvPr/>
          </p:nvCxnSpPr>
          <p:spPr>
            <a:xfrm>
              <a:off x="5884974" y="2930422"/>
              <a:ext cx="0" cy="62999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865EE4F-E217-8D60-114C-891BBBCDC0F5}"/>
                </a:ext>
              </a:extLst>
            </p:cNvPr>
            <p:cNvSpPr/>
            <p:nvPr/>
          </p:nvSpPr>
          <p:spPr>
            <a:xfrm>
              <a:off x="3374771" y="2084421"/>
              <a:ext cx="1260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RabbitMQ</a:t>
              </a:r>
              <a:endParaRPr lang="ko-KR" altLang="en-US" sz="1600" dirty="0">
                <a:solidFill>
                  <a:sysClr val="windowText" lastClr="000000"/>
                </a:solidFill>
                <a:latin typeface="DengXian" panose="02010600030101010101" pitchFamily="2" charset="-12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463833-0D55-AC43-0C4B-4A92F200020D}"/>
                </a:ext>
              </a:extLst>
            </p:cNvPr>
            <p:cNvSpPr txBox="1"/>
            <p:nvPr/>
          </p:nvSpPr>
          <p:spPr>
            <a:xfrm>
              <a:off x="764771" y="4373613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DengXian" panose="02010600030101010101" pitchFamily="2" charset="-122"/>
                </a:rPr>
                <a:t> </a:t>
              </a:r>
              <a:endParaRPr lang="ko-KR" altLang="en-US" dirty="0">
                <a:latin typeface="DengXian" panose="02010600030101010101" pitchFamily="2" charset="-122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AADDA9-2000-8127-FDE9-46D83996F93B}"/>
              </a:ext>
            </a:extLst>
          </p:cNvPr>
          <p:cNvSpPr txBox="1"/>
          <p:nvPr/>
        </p:nvSpPr>
        <p:spPr>
          <a:xfrm>
            <a:off x="764771" y="6040207"/>
            <a:ext cx="749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engXian" panose="02010600030101010101" pitchFamily="2" charset="-122"/>
                <a:ea typeface="DengXian" panose="02010600030101010101" pitchFamily="2" charset="-122"/>
              </a:rPr>
              <a:t>* Technically, this is not Backend Server. This works like internal server</a:t>
            </a:r>
            <a:endParaRPr lang="ko-KR" altLang="en-US" dirty="0">
              <a:latin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765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26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DengXian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명석 강</dc:creator>
  <cp:lastModifiedBy>명석 강</cp:lastModifiedBy>
  <cp:revision>7</cp:revision>
  <dcterms:created xsi:type="dcterms:W3CDTF">2025-06-28T13:06:08Z</dcterms:created>
  <dcterms:modified xsi:type="dcterms:W3CDTF">2025-07-14T01:17:04Z</dcterms:modified>
</cp:coreProperties>
</file>