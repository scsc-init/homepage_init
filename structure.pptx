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1050" y="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9F0D3-2353-BF60-F0EA-97B647D29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DE93CDA-4D36-AF64-2AB5-BDA306F7A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51AAF7-5FF3-22B5-BB91-D200E341B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598DB80-F793-5C11-FBF0-1A4BEA050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9725F5-81C2-0BA7-6A20-84DA41CE5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71177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5AFC6E-DF0C-E99E-BE4C-6915EAEEC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16AFAD-54F1-557B-9C38-645D5DAB7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A15D8F-C261-D276-F09E-6C6AC3ECF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0E788C-D8AD-15B6-2F0A-FD86D6438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174412-53C8-D3E5-0FC6-5FF3D98DD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6305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F8261A-994A-7118-A05A-681BAAEE2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4460FE4-07D0-A181-69F9-BE41F0A09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C85852-E4E7-5234-79CD-A11A093F8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76C98B-0CF1-4D05-A341-FE883322B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641D5E-5401-AA9B-9EC0-2A137D4E5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349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A8BC2-C82C-C59D-889E-C1EE845E4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9B660C-EA65-FC6F-15AC-EA282188B9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9D37972-A3E5-A174-E031-CE439F895E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7833A5-B629-1B6D-B1D1-4C29E69F5F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85B38C-417D-A27F-B50D-72334D9EA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E84750-8563-B089-5FA2-21157F8AE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4352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0BDD40-E350-310B-C85F-65E6A0492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F169F1-B280-0E2A-240B-CE6AF4286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453745-B490-E0EF-E4D6-33A6122C9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8DB9ED-728C-945C-FC49-0AC4592317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7D7B09-B821-4C01-0E09-2DFE81F743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2B25B46-43E7-AA44-3CB8-9B3949EEF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58DC48F-BC3B-6C46-7B81-D100A8843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F663113-9917-1777-5CAF-306F6CE6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03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BFA351-7263-3261-3592-7C56469D9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DFF8196-069E-A86E-24E9-B9CB6DFAD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A36F197-59CB-181A-F763-29748827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37C4F8B-A0A2-C214-AABF-9C4034C4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8159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8C326B4-D0CA-7A66-FF0F-32A83C53B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0905BFF-1A9C-F400-BC99-4D8357969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C53D39-42FC-8D7F-A9F8-46CF85337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826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39A32-9687-F005-2D10-EC951608B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732B2B-98FD-F32F-6021-9EF2888030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4EE391-B646-37B4-062A-250D1429E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F89A17-EDE8-F8AB-BFEE-C2D3AAAAF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21489-82A1-7C12-1AB9-3D334087C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55E1D1-C681-8DC3-BB9B-C67922D49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1128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11CE-3AEF-E414-32B8-9318F062B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D54A22F-5CD5-9F39-8B3F-07F61D88F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4D6D424-E4FE-C4AA-FF07-AFC6071882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286B1F8-C35E-8BF7-4170-F40AC8509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B59B18-7EA3-1820-DAD9-110915002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990CAD-876F-07B0-E57F-D859E0A7D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088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49B1DD-6A07-F6F9-1AA6-61429A104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18966DA-3330-7B0E-20F4-9DEDB16334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F1FFC96-39D1-2E52-D567-E2A78B166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D0362E-70B2-7657-4174-308151556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841ED2-2BAB-0535-B218-E4B2F7EC4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1223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1DD1FF6-EA39-499A-6EAD-A7429C188F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3E17756-E4AC-B48C-51AC-0C9ABE2E5D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5A076E-D706-7768-BD55-8334B0C87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A314BC-3D36-5A00-DDB6-E1C63FE25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4A0568-9BCA-8E99-E1E8-455A9F302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7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BAF7CE3-5CC6-9D65-9452-58DA6215B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84EFFE-DD03-04FD-27B1-1EB4E1267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42357D-4AFD-311D-5382-69FEC7B79F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BB82E-C503-4E54-B9F4-7F874FE65A6C}" type="datetimeFigureOut">
              <a:rPr lang="ko-KR" altLang="en-US" smtClean="0"/>
              <a:t>2025-06-28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16524-2FAD-AD6D-A413-D51AF766A0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1551B9-E325-0592-61D3-390083F17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3E7CAB-199C-466C-9CAB-94136E0C0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270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E03C45FA-99B8-13A2-A4C5-89430D8E89C1}"/>
              </a:ext>
            </a:extLst>
          </p:cNvPr>
          <p:cNvSpPr/>
          <p:nvPr/>
        </p:nvSpPr>
        <p:spPr>
          <a:xfrm>
            <a:off x="9411119" y="1400421"/>
            <a:ext cx="1980000" cy="1800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4595EF0-3261-AC50-5D2E-FABAE0E0B1D9}"/>
              </a:ext>
            </a:extLst>
          </p:cNvPr>
          <p:cNvSpPr/>
          <p:nvPr/>
        </p:nvSpPr>
        <p:spPr>
          <a:xfrm>
            <a:off x="764771" y="1052944"/>
            <a:ext cx="6480000" cy="432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C78ECE6-0CA1-3A5B-8983-82D515868208}"/>
              </a:ext>
            </a:extLst>
          </p:cNvPr>
          <p:cNvSpPr/>
          <p:nvPr/>
        </p:nvSpPr>
        <p:spPr>
          <a:xfrm>
            <a:off x="1132944" y="1400421"/>
            <a:ext cx="3648021" cy="1800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5656CC1-B885-CECA-9699-C091A49D8AEF}"/>
              </a:ext>
            </a:extLst>
          </p:cNvPr>
          <p:cNvSpPr/>
          <p:nvPr/>
        </p:nvSpPr>
        <p:spPr>
          <a:xfrm>
            <a:off x="4894974" y="1400421"/>
            <a:ext cx="1980000" cy="37800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380D10E-0A96-F1EA-722B-91DAC71FF2B9}"/>
              </a:ext>
            </a:extLst>
          </p:cNvPr>
          <p:cNvSpPr/>
          <p:nvPr/>
        </p:nvSpPr>
        <p:spPr>
          <a:xfrm>
            <a:off x="5164974" y="1670422"/>
            <a:ext cx="1440000" cy="126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Main</a:t>
            </a:r>
            <a:br>
              <a:rPr lang="en-US" altLang="ko-KR" dirty="0">
                <a:solidFill>
                  <a:sysClr val="windowText" lastClr="00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</a:br>
            <a:r>
              <a:rPr lang="en-US" altLang="ko-KR" dirty="0">
                <a:solidFill>
                  <a:sysClr val="windowText" lastClr="00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BE* Server</a:t>
            </a:r>
            <a:endParaRPr lang="ko-KR" altLang="en-US" dirty="0">
              <a:solidFill>
                <a:sysClr val="windowText" lastClr="000000"/>
              </a:solidFill>
              <a:latin typeface="DengXian" panose="02010600030101010101" pitchFamily="2" charset="-122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352DE7-6DEF-24C5-D9C9-1F927B74F283}"/>
              </a:ext>
            </a:extLst>
          </p:cNvPr>
          <p:cNvSpPr/>
          <p:nvPr/>
        </p:nvSpPr>
        <p:spPr>
          <a:xfrm>
            <a:off x="1368829" y="1670422"/>
            <a:ext cx="1440000" cy="126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Bot Server</a:t>
            </a:r>
            <a:endParaRPr lang="ko-KR" altLang="en-US" dirty="0">
              <a:solidFill>
                <a:sysClr val="windowText" lastClr="000000"/>
              </a:solidFill>
              <a:latin typeface="DengXian" panose="02010600030101010101" pitchFamily="2" charset="-122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D78AF27-28EB-EDBB-BDD9-7BDEDA5FBD76}"/>
              </a:ext>
            </a:extLst>
          </p:cNvPr>
          <p:cNvSpPr/>
          <p:nvPr/>
        </p:nvSpPr>
        <p:spPr>
          <a:xfrm>
            <a:off x="9681119" y="1670422"/>
            <a:ext cx="1440000" cy="126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Front End Server</a:t>
            </a:r>
            <a:endParaRPr lang="ko-KR" altLang="en-US" dirty="0">
              <a:solidFill>
                <a:sysClr val="windowText" lastClr="000000"/>
              </a:solidFill>
              <a:latin typeface="DengXian" panose="02010600030101010101" pitchFamily="2" charset="-122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B73D0C1-90F7-3B0C-BBEA-58F92E3E93F1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6604974" y="2300422"/>
            <a:ext cx="307614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13B124D-B524-07D5-5E8D-AB1362574053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2808829" y="2300422"/>
            <a:ext cx="235614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원통형 9">
            <a:extLst>
              <a:ext uri="{FF2B5EF4-FFF2-40B4-BE49-F238E27FC236}">
                <a16:creationId xmlns:a16="http://schemas.microsoft.com/office/drawing/2014/main" id="{78F0731F-44E9-7768-60E2-4FD11815AC52}"/>
              </a:ext>
            </a:extLst>
          </p:cNvPr>
          <p:cNvSpPr/>
          <p:nvPr/>
        </p:nvSpPr>
        <p:spPr>
          <a:xfrm>
            <a:off x="5164974" y="3560421"/>
            <a:ext cx="1440000" cy="1260000"/>
          </a:xfrm>
          <a:prstGeom prst="ca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ysClr val="windowText" lastClr="00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DB</a:t>
            </a:r>
            <a:endParaRPr lang="ko-KR" altLang="en-US" dirty="0">
              <a:solidFill>
                <a:sysClr val="windowText" lastClr="000000"/>
              </a:solidFill>
              <a:latin typeface="DengXian" panose="02010600030101010101" pitchFamily="2" charset="-122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8DE0A0D-C59E-AEFE-BB41-0A97AAC5CD81}"/>
              </a:ext>
            </a:extLst>
          </p:cNvPr>
          <p:cNvCxnSpPr>
            <a:stCxn id="3" idx="2"/>
            <a:endCxn id="10" idx="1"/>
          </p:cNvCxnSpPr>
          <p:nvPr/>
        </p:nvCxnSpPr>
        <p:spPr>
          <a:xfrm>
            <a:off x="5884974" y="2930422"/>
            <a:ext cx="0" cy="629999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865EE4F-E217-8D60-114C-891BBBCDC0F5}"/>
              </a:ext>
            </a:extLst>
          </p:cNvPr>
          <p:cNvSpPr/>
          <p:nvPr/>
        </p:nvSpPr>
        <p:spPr>
          <a:xfrm>
            <a:off x="3374771" y="2084421"/>
            <a:ext cx="1260000" cy="432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ysClr val="windowText" lastClr="000000"/>
                </a:solidFill>
                <a:latin typeface="DengXian" panose="02010600030101010101" pitchFamily="2" charset="-122"/>
                <a:ea typeface="DengXian" panose="02010600030101010101" pitchFamily="2" charset="-122"/>
              </a:rPr>
              <a:t>RabbitMQ</a:t>
            </a:r>
            <a:endParaRPr lang="ko-KR" altLang="en-US" sz="1600" dirty="0">
              <a:solidFill>
                <a:sysClr val="windowText" lastClr="000000"/>
              </a:solidFill>
              <a:latin typeface="DengXian" panose="02010600030101010101" pitchFamily="2" charset="-122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A20C1F-85BE-6623-1D92-B07251AB5AFB}"/>
              </a:ext>
            </a:extLst>
          </p:cNvPr>
          <p:cNvSpPr txBox="1"/>
          <p:nvPr/>
        </p:nvSpPr>
        <p:spPr>
          <a:xfrm>
            <a:off x="944771" y="5003612"/>
            <a:ext cx="2044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engXian" panose="02010600030101010101" pitchFamily="2" charset="-122"/>
                <a:ea typeface="DengXian" panose="02010600030101010101" pitchFamily="2" charset="-122"/>
              </a:rPr>
              <a:t>Backend MSA</a:t>
            </a:r>
            <a:endParaRPr lang="ko-KR" altLang="en-US" dirty="0">
              <a:latin typeface="DengXian" panose="02010600030101010101" pitchFamily="2" charset="-122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463833-0D55-AC43-0C4B-4A92F200020D}"/>
              </a:ext>
            </a:extLst>
          </p:cNvPr>
          <p:cNvSpPr txBox="1"/>
          <p:nvPr/>
        </p:nvSpPr>
        <p:spPr>
          <a:xfrm>
            <a:off x="764771" y="4373613"/>
            <a:ext cx="18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engXian" panose="02010600030101010101" pitchFamily="2" charset="-122"/>
              </a:rPr>
              <a:t> </a:t>
            </a:r>
            <a:endParaRPr lang="ko-KR" altLang="en-US" dirty="0">
              <a:latin typeface="DengXian" panose="02010600030101010101" pitchFamily="2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AADDA9-2000-8127-FDE9-46D83996F93B}"/>
              </a:ext>
            </a:extLst>
          </p:cNvPr>
          <p:cNvSpPr txBox="1"/>
          <p:nvPr/>
        </p:nvSpPr>
        <p:spPr>
          <a:xfrm>
            <a:off x="764771" y="6040207"/>
            <a:ext cx="74980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engXian" panose="02010600030101010101" pitchFamily="2" charset="-122"/>
                <a:ea typeface="DengXian" panose="02010600030101010101" pitchFamily="2" charset="-122"/>
              </a:rPr>
              <a:t>* Technically, this is not Backend Server. This works like internal server</a:t>
            </a:r>
            <a:endParaRPr lang="ko-KR" altLang="en-US" dirty="0">
              <a:latin typeface="DengXia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23765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29</Words>
  <Application>Microsoft Office PowerPoint</Application>
  <PresentationFormat>와이드스크린</PresentationFormat>
  <Paragraphs>8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DengXian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명석 강</dc:creator>
  <cp:lastModifiedBy>명석 강</cp:lastModifiedBy>
  <cp:revision>5</cp:revision>
  <dcterms:created xsi:type="dcterms:W3CDTF">2025-06-28T13:06:08Z</dcterms:created>
  <dcterms:modified xsi:type="dcterms:W3CDTF">2025-06-28T13:39:08Z</dcterms:modified>
</cp:coreProperties>
</file>